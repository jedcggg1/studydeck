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69848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645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26974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แอปการ์ดทบทวนแบบ Spaced Repetition สำหรับวิชา STEM</a:t>
            </a:r>
            <a:endParaRPr lang="en-US" sz="20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 offline-first ได้เต็มรูปแบบ ติดตั้งเป็น PWA ได้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794760"/>
            <a:ext cx="1600200" cy="457200"/>
          </a:xfrm>
          <a:prstGeom prst="rect">
            <a:avLst/>
          </a:prstGeom>
          <a:solidFill>
            <a:srgbClr val="1769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18 + 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0" y="3794760"/>
            <a:ext cx="1600200" cy="457200"/>
          </a:xfrm>
          <a:prstGeom prst="rect">
            <a:avLst/>
          </a:prstGeom>
          <a:solidFill>
            <a:srgbClr val="FF9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Vite 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3794760"/>
            <a:ext cx="1600200" cy="457200"/>
          </a:xfrm>
          <a:prstGeom prst="rect">
            <a:avLst/>
          </a:prstGeom>
          <a:solidFill>
            <a:srgbClr val="12A05C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Dexie / IndexedDB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3794760"/>
            <a:ext cx="1600200" cy="457200"/>
          </a:xfrm>
          <a:prstGeom prst="rect">
            <a:avLst/>
          </a:prstGeom>
          <a:solidFill>
            <a:srgbClr val="7950F2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Workbox PWA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80960" y="3794760"/>
            <a:ext cx="1600200" cy="457200"/>
          </a:xfrm>
          <a:prstGeom prst="rect">
            <a:avLst/>
          </a:prstGeom>
          <a:solidFill>
            <a:srgbClr val="1769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SM-2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26880" y="3794760"/>
            <a:ext cx="1600200" cy="457200"/>
          </a:xfrm>
          <a:prstGeom prst="rect">
            <a:avLst/>
          </a:prstGeom>
          <a:solidFill>
            <a:srgbClr val="FF922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KaTeX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972800" y="3794760"/>
            <a:ext cx="1600200" cy="457200"/>
          </a:xfrm>
          <a:prstGeom prst="rect">
            <a:avLst/>
          </a:prstGeom>
          <a:solidFill>
            <a:srgbClr val="12A05C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Supabase Auth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นำเสนอโดยทีม StudyDeck · ตุลาคม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ปัญหาที่เราเจอ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290320000" dist="645160000" dir="162000000000">
              <a:srgbClr val="1A1A1A">
                <a:alpha val="10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64592" cy="2103120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นักเรียน STEM ต้องทบทวนเยอะ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 รายงาน เลคเชอร์แน่น การทบทวนแบบอ่านซ้ำรอบเดียวลืมเร็วมาก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6387064000000" dist="8193532000000" dir="9720000000000000">
              <a:srgbClr val="1A1A1A">
                <a:alpha val="10000000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00200"/>
            <a:ext cx="164592" cy="2103120"/>
          </a:xfrm>
          <a:prstGeom prst="rect">
            <a:avLst/>
          </a:prstGeom>
          <a:solidFill>
            <a:srgbClr val="1769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แอปการ์ดส่วนใหญ่ต้องต่อเน็ต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sync ตลอดเวลา ใช้ในห้องแล็บ รถไฟ หรือเน็ตห่วยไม่ได้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4406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208115712800000000" dist="104057856400000000" dir="583200000000000000000">
              <a:srgbClr val="1A1A1A">
                <a:alpha val="1000000000000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886200"/>
            <a:ext cx="164592" cy="2103120"/>
          </a:xfrm>
          <a:prstGeom prst="rect">
            <a:avLst/>
          </a:prstGeom>
          <a:solidFill>
            <a:srgbClr val="7950F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บัญชีคือกำแพงแรก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434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บังคับ signup ก่อนใช้ ทั้งที่เด็กแค่อยากเปิดทบทวน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886200"/>
            <a:ext cx="54406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2.64306955256e+21" dist="1.32153477628e+21" dir="3.4992e+25">
              <a:srgbClr val="1A1A1A">
                <a:alpha val="1e+2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886200"/>
            <a:ext cx="164592" cy="2103120"/>
          </a:xfrm>
          <a:prstGeom prst="rect">
            <a:avLst/>
          </a:prstGeom>
          <a:solidFill>
            <a:srgbClr val="12A05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สูตรคณิตพิมพ์ลำบาก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434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แอปทั่วไป render ไม่ได้ ทำให้เนื้อหา Calculus / Physics ดูน่าเกลียด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 · https://github.com/jedcggg1/StudyDeck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ทางออก: แอปที่ทำงานได้โดยไม่ต้องพึ่งเซิร์ฟเวอร์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3.3566983317512e+25" dist="1.6783491658756e+25" dir="2.09952e+30">
              <a:srgbClr val="1A1A1A">
                <a:alpha val="1.0000000000000002e+3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64592" cy="2103120"/>
          </a:xfrm>
          <a:prstGeom prst="rect">
            <a:avLst/>
          </a:prstGeom>
          <a:solidFill>
            <a:srgbClr val="1769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Offline-first จริง 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ข้อมูลทั้งหมดอยู่ใน IndexedDB ของเครื่อง ไม่มี server call ระหว่างเรียน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6118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4.2630068813240236e+29" dist="2.1315034406620118e+29" dir="1.259712e+35">
              <a:srgbClr val="1A1A1A">
                <a:alpha val="1.0000000000000002e+35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600200"/>
            <a:ext cx="164592" cy="2103120"/>
          </a:xfrm>
          <a:prstGeom prst="rect">
            <a:avLst/>
          </a:prstGeom>
          <a:solidFill>
            <a:srgbClr val="12A05C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SM-2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1728" y="21488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spaced repetition คำนวณ interval / ease factor ตาม SuperMemo 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74736" y="1600200"/>
            <a:ext cx="36118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5.41401873928151e+33" dist="2.707009369640755e+33" dir="7.558272e+39">
              <a:srgbClr val="1A1A1A">
                <a:alpha val="1.0000000000000002e+4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4736" y="1600200"/>
            <a:ext cx="164592" cy="2103120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494776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KaTeX + DOMPurify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94776" y="21488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สูตรคณิต render สวย และ sanitize ก่อน render เสมอ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6118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6.875803798887518e+37" dist="3.437901899443759e+37" dir="4.5349632000000006e+44">
              <a:srgbClr val="1A1A1A">
                <a:alpha val="1.0000000000000001e+4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886200"/>
            <a:ext cx="164592" cy="2103120"/>
          </a:xfrm>
          <a:prstGeom prst="rect">
            <a:avLst/>
          </a:prstGeom>
          <a:solidFill>
            <a:srgbClr val="7950F2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 / Export JSON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44348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สำรองข้อมูล full DB หรือรายเด็ค พร้อม conflict strategy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61688" y="3886200"/>
            <a:ext cx="36118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8.732270824587148e+41" dist="4.366135412293574e+41" dir="2.72097792e+49">
              <a:srgbClr val="1A1A1A">
                <a:alpha val="1e+5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61688" y="3886200"/>
            <a:ext cx="164592" cy="2103120"/>
          </a:xfrm>
          <a:prstGeom prst="rect">
            <a:avLst/>
          </a:prstGeom>
          <a:solidFill>
            <a:srgbClr val="1769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PWA ติดตั้งได้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81728" y="44348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manifest + service worker precache กว่า 70 รายการ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74736" y="3886200"/>
            <a:ext cx="36118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.1089983947225678e+46" dist="5.544991973612839e+45" dir="1.6325867520000003e+54">
              <a:srgbClr val="1A1A1A">
                <a:alpha val="1e+55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74736" y="3886200"/>
            <a:ext cx="164592" cy="2103120"/>
          </a:xfrm>
          <a:prstGeom prst="rect">
            <a:avLst/>
          </a:prstGeom>
          <a:solidFill>
            <a:srgbClr val="12A05C"/>
          </a:solidFill>
          <a:ln/>
        </p:spPr>
      </p:sp>
      <p:sp>
        <p:nvSpPr>
          <p:cNvPr id="27" name="Text 25"/>
          <p:cNvSpPr/>
          <p:nvPr/>
        </p:nvSpPr>
        <p:spPr>
          <a:xfrm>
            <a:off x="8494776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สองภาษา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94776" y="443484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UI ไทย/อังกฤษ สลับได้ในตัว พร้อมเนื้อหา STEM ตัวอย่าง 3 วิชา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 · https://github.com/jedcggg1/StudyDeck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ภาพรวมสถาปัตยกรรม — ไม่มี backend เป็นของตัวเอง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697480" cy="1737360"/>
          </a:xfrm>
          <a:prstGeom prst="rect">
            <a:avLst/>
          </a:prstGeom>
          <a:solidFill>
            <a:srgbClr val="1769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.408427961297661e+50" dist="7.042139806488305e+49" dir="9.795520512000002e+58">
              <a:srgbClr val="1A1A1A">
                <a:alpha val="1e+6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UI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18 + TS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Pages ผ่าน state (ไม่ใช้ router)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i18n EN/TH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97480" cy="1737360"/>
          </a:xfrm>
          <a:prstGeom prst="rect">
            <a:avLst/>
          </a:prstGeom>
          <a:solidFill>
            <a:srgbClr val="FF922B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.7887035108480297e+54" dist="8.943517554240149e+53" dir="5.877312307200001e+63">
              <a:srgbClr val="1A1A1A">
                <a:alpha val="1e+65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 Controller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224028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src/App.tsx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 + business flow หลัก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Dexie write ทันที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2697480" cy="1737360"/>
          </a:xfrm>
          <a:prstGeom prst="rect">
            <a:avLst/>
          </a:prstGeom>
          <a:solidFill>
            <a:srgbClr val="12A05C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2.2716534587769977e+58" dist="1.1358267293884988e+58" dir="3.526387384320001e+68">
              <a:srgbClr val="1A1A1A">
                <a:alpha val="9.999999999999999e+6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 DB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24028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Dexie 4 → IndexedDB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decks / cards /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reviewLogs / settings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89720" y="1691640"/>
            <a:ext cx="2697480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2.8849998926467873e+62" dist="1.4424999463233936e+62" dir="2.1158324305920003e+73">
              <a:srgbClr val="1A1A1A">
                <a:alpha val="1e+75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1828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Sync Boundary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89720" y="224028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 cloud sync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(ออกแบบ RLS ก่อนย้าย)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8932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86968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6424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3.66394986366142e+66" dist="1.83197493183071e+66" dir="1.2694994583552002e+78">
              <a:srgbClr val="1A1A1A">
                <a:alpha val="9.999999999999999e+7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931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 (แยกจากข้อมูลการเรียน):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Supabase Auth เรียก REST API ตรง ๆ จาก frontend เก็บ session ใน localStorage, refresh อัตโนมัติ และมี "Continue in Offline Mode" ที่ใช้ได้โดยไม่ต้องมี key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 · https://github.com/jedcggg1/StudyDeck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CORE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SM-2: deterministic และมี test คุม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577840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4.653216326850003e+70" dist="2.3266081634250016e+70" dir="7.616996750131201e+82">
              <a:srgbClr val="1A1A1A">
                <a:alpha val="9.999999999999998e+8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64592" cy="2286000"/>
          </a:xfrm>
          <a:prstGeom prst="rect">
            <a:avLst/>
          </a:prstGeom>
          <a:solidFill>
            <a:srgbClr val="1769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สูตรที่ใช้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5074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EF' = EF + (0.1 − (5−q) × (0.08 + (5−q) × 0.02))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โดย EF ≥ 1.3 เสมอ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&lt; 3 → interval = 1 วัน, repetition = 0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≥ 3 → I₁=1วัน, I₂=6วัน, Iₙ = round(Iₙ₋₁ × EF)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257800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5.909584735099504e+74" dist="2.954792367549752e+74" dir="4.57019805007872e+87">
              <a:srgbClr val="1A1A1A">
                <a:alpha val="9.999999999999999e+8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600200"/>
            <a:ext cx="164592" cy="2286000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Rating mapping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Again (q=1): ลืมสนิท — reset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Hard (q=3): นึกยาก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Good (q=4): นึกได้ปกติ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Easy (q=5): นึกออกทันที + bonus interval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1463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9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 engineer ควรสนใจ: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logic ทั้งหมดอยู่ใน src/services/sm2.ts เป็น module ล้วน ไม่ผูกกับ UI — ทดสอบด้วย Vitest ได้ครบทุก edge case ทั้ง ease ต่ำสุด, repetition reset และการเลื่อนวันที่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 · https://github.com/jedcggg1/StudyDeck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IndexedDB ผ่าน Dexie — 4 ตาราง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7.50517261357637e+78" dist="3.752586306788185e+78" dir="2.742118830047232e+92">
              <a:srgbClr val="1A1A1A">
                <a:alpha val="9.999999999999999e+9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64592" cy="1554480"/>
          </a:xfrm>
          <a:prstGeom prst="rect">
            <a:avLst/>
          </a:prstGeom>
          <a:solidFill>
            <a:srgbClr val="1769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id, title, description, icon (custom เป็น data:URL ได้), color, tags, timestamps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9.53156921924199e+82" dist="4.765784609620995e+82" dir="1.6452712980283393e+97">
              <a:srgbClr val="1A1A1A">
                <a:alpha val="9.999999999999998e+9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00200"/>
            <a:ext cx="164592" cy="1554480"/>
          </a:xfrm>
          <a:prstGeom prst="rect">
            <a:avLst/>
          </a:prstGeom>
          <a:solidFill>
            <a:srgbClr val="12A05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front/back (Markdown+LaTeX), repetition, interval, easeFactor, nextReviewDate (indexed)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44068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.2105092908437327e+87" dist="6.052546454218663e+86" dir="9.871627788170037e+101">
              <a:srgbClr val="1A1A1A">
                <a:alpha val="9.999999999999998e+10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37560"/>
            <a:ext cx="164592" cy="1554480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reviewLogs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8862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rating, quality, previous/new interval + EF, reviewedAt — สำหรับสถิติ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337560"/>
            <a:ext cx="544068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.5373467993715405e+91" dist="7.6867339968577025e+90" dir="5.9229766729020215e+106">
              <a:srgbClr val="1A1A1A">
                <a:alpha val="9.999999999999999e+10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337560"/>
            <a:ext cx="164592" cy="1554480"/>
          </a:xfrm>
          <a:prstGeom prst="rect">
            <a:avLst/>
          </a:prstGeom>
          <a:solidFill>
            <a:srgbClr val="7950F2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474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settings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8862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singleton 1 รายการ (key: app_settings) — theme, ภาษา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555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ลบเด็ค = ลบ cards + reviewLogs ของเด็คนั้นตามไปด้วย (cascade ทำใน App.tsx) · seed data ใส่ตัวอย่าง Calculus / Chemistry / Physics ตอนเปิดแอปครั้งแรก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 · https://github.com/jedcggg1/StudyDeck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PWA &amp; OFFLINE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ติดตั้งได้จริง — ผ่าน PWABuilder แล้ว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.9524304352018566e+95" dist="9.762152176009283e+94" dir="3.553786003741213e+111">
              <a:srgbClr val="1A1A1A">
                <a:alpha val="9.999999999999998e+11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64592" cy="2194560"/>
          </a:xfrm>
          <a:prstGeom prst="rect">
            <a:avLst/>
          </a:prstGeom>
          <a:solidFill>
            <a:srgbClr val="1769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Manifest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 / start_url / scope = /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icons 192 + 512 PNG (any + maskable)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verified บนโดเมน production แล้ว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2.4795866527063578e+99" dist="1.2397933263531789e+99" dir="2.1322716022447277e+116">
              <a:srgbClr val="1A1A1A">
                <a:alpha val="9.999999999999998e+11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600200"/>
            <a:ext cx="164592" cy="2194560"/>
          </a:xfrm>
          <a:prstGeom prst="rect">
            <a:avLst/>
          </a:prstGeom>
          <a:solidFill>
            <a:srgbClr val="12A05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Worker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vite-plugin-pwa + Workbox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precache 71 รายการ (~2.5 MB)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 feedback ใช้ Web Audio ไม่มีไฟล์เสียง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56616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3.149075048937074e+103" dist="1.574537524468537e+103" dir="1.2793629613468366e+121">
              <a:srgbClr val="1A1A1A">
                <a:alpha val="1e+125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164592" cy="2194560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Offline mode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148840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ใช้ได้โดยไม่ login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flag ใน sessionStorage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ไม่ต้องมี Supabase key เลย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64240" cy="12801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3.9993253121500844e+107" dist="1.9996626560750422e+107" dir="7.67617776808102e+125">
              <a:srgbClr val="1A1A1A">
                <a:alpha val="9.999999999999999e+12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224528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 (ได้เรียนรู้จากการ deploy จริง):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Vite โหลดไฟล์ config เป็น .js ใน checkout นี้ — แก้ PWA config ต้องแก้ทั้ง vite.config.ts และ vite.config.js ให้ตรงกันทุกครั้ง ไม่งั้น manifest เพี้ยนโดยไม่มี error ตอน build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 · https://github.com/jedcggg1/StudyDeck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SECURITY &amp; DATA SAFETY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ของที่ไม่มี ก็สำคัญไม่แพ้ของที่มี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5.079143146430607e+111" dist="2.5395715732153033e+111" dir="4.605706660848612e+130">
              <a:srgbClr val="1A1A1A">
                <a:alpha val="1e+1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64592" cy="1828800"/>
          </a:xfrm>
          <a:prstGeom prst="rect">
            <a:avLst/>
          </a:prstGeom>
          <a:solidFill>
            <a:srgbClr val="1769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backend ของตัวเอง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attack surface ของ API server; ข้อมูลการเรียนไม่เคยออกจากเครื่อง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6.450511795966871e+115" dist="3.2252558979834354e+115" dir="2.763423996509167e+135">
              <a:srgbClr val="1A1A1A">
                <a:alpha val="1e+14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600200"/>
            <a:ext cx="164592" cy="1828800"/>
          </a:xfrm>
          <a:prstGeom prst="rect">
            <a:avLst/>
          </a:prstGeom>
          <a:solidFill>
            <a:srgbClr val="12A05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DOMPurify ทุกจุด render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Markdown + LaTeX จากผู้ใช้ถูก sanitize ก่อน render เสมอ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4406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8.192149980877925e+119" dist="4.0960749904389626e+119" dir="1.6580543979055002e+140">
              <a:srgbClr val="1A1A1A">
                <a:alpha val="1.0000000000000001e+145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611880"/>
            <a:ext cx="164592" cy="1828800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49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 ต้องผ่าน validator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JSON ที่ import ถูกตรวจ schema studydeck_v1 ก่อนเขียนลง DB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611880"/>
            <a:ext cx="54406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.0404030475714965e+124" dist="5.2020152378574823e+123" dir="9.948326387433002e+144">
              <a:srgbClr val="1A1A1A">
                <a:alpha val="1.0000000000000002e+15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611880"/>
            <a:ext cx="164592" cy="1828800"/>
          </a:xfrm>
          <a:prstGeom prst="rect">
            <a:avLst/>
          </a:prstGeom>
          <a:solidFill>
            <a:srgbClr val="7950F2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749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frontend ใช้เฉพาะ anon key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16052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service_role ในโค้ด/ env ฝั่ง client; .env.local ไม่ถูก commit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 · https://github.com/jedcggg1/StudyDeck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TESTING &amp; TOOLING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ทดสอบตรงไหน ใช้อะไรบ้าง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.3213118704158005e+128" dist="6.606559352079002e+127" dir="5.968995832459801e+149">
              <a:srgbClr val="1A1A1A">
                <a:alpha val="1.0000000000000001e+15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64592" cy="2103120"/>
          </a:xfrm>
          <a:prstGeom prst="rect">
            <a:avLst/>
          </a:prstGeom>
          <a:solidFill>
            <a:srgbClr val="12A0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Vitest — 2 ไฟล์ / 16 tests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sm2.test.ts: interval, EF floor, edge cases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importExport.test.ts: schema validation,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conflict strategy ทั้ง 3 แบบ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rundown ~2 วินาที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257800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1.6780660754280665e+132" dist="8.390330377140333e+131" dir="3.581397499475881e+154">
              <a:srgbClr val="1A1A1A">
                <a:alpha val="1.0000000000000002e+16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600200"/>
            <a:ext cx="164592" cy="2103120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บทเรียน tooling (fresh!)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vitest default glob เก็บ test ของ skill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ที่ติดตั้งใน .agents/skills มาวิ่งด้วย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ต้องจำกัด include เป็น src/**/*.test.ts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 vitest.config.ts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1887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2.1311439157936445e+136" dist="1.0655719578968222e+136" dir="2.1488384996855287e+159">
              <a:srgbClr val="1A1A1A">
                <a:alpha val="1.0000000000000001e+165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133088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Pipeline: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tsc -b → vite build → PWA precache สร้าง sw.js อัตโนมัติ · deploy ผ่าน Vercel จาก branch main (env: VITE_SUPABASE_URL, VITE_SUPABASE_PUBLISHABLE_KEY)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 · https://github.com/jedcggg1/StudyDeck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ต่อไป — และทำไมยังไม่ทำตอนนี้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3017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2.7065527730579285e+140" dist="1.3532763865289643e+140" dir="1.2893030998113172e+164">
              <a:srgbClr val="1A1A1A">
                <a:alpha val="1.0000000000000002e+17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164592" cy="3017520"/>
          </a:xfrm>
          <a:prstGeom prst="rect">
            <a:avLst/>
          </a:prstGeom>
          <a:solidFill>
            <a:srgbClr val="1769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Cloud sync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ต้องออกแบบก่อน: user ownership, ตารางฝั่ง Supabase, RLS, conflict resolution และ migration จาก IndexedDB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ย้าย storage แบบเร็ว ๆ = ข้อมูลผู้ใช้หาย/ปะปน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3017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3.4373220217835694e+144" dist="1.7186610108917847e+144" dir="7.735818598867904e+168">
              <a:srgbClr val="1A1A1A">
                <a:alpha val="1.0000000000000001e+175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600200"/>
            <a:ext cx="164592" cy="3017520"/>
          </a:xfrm>
          <a:prstGeom prst="rect">
            <a:avLst/>
          </a:prstGeom>
          <a:solidFill>
            <a:srgbClr val="12A05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APK (TWA)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PWA → Trusted Web Activity ต่อยอดจาก offline-first ที่มีอยู่แล้ว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ถ้าใช้แค่ email/password ทำได้เลย ถ้าจะเอา Google OAuth ต้องตั้ง redirect/deep link ให้ตรง package ก่อน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566160" cy="3017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  <a:effectLst>
            <a:outerShdw sx="100000" sy="100000" kx="0" ky="0" algn="bl" rotWithShape="0" blurRad="4.3653989676651333e+148" dist="2.1826994838325667e+148" dir="4.6414911593207425e+173">
              <a:srgbClr val="1A1A1A">
                <a:alpha val="1.0000000000000001e+18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164592" cy="3017520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737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UX polish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148840"/>
            <a:ext cx="30632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สถิติการเรียนเชิงลึก (กราฟ retention)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Onboarding ที่กระชับขึ้น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 dark theme + a11y (ใช้ Modern Web Guidance audit)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StudyDeck · https://github.com/jedcggg1/StudyDeck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554480"/>
            <a:ext cx="10698480" cy="3291840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  <a:prstDash val="solid"/>
          </a:ln>
          <a:effectLst>
            <a:outerShdw sx="100000" sy="100000" kx="0" ky="0" algn="bl" rotWithShape="0" blurRad="5.54405668893472e+152" dist="2.77202834446736e+152" dir="2.7848946955924455e+178">
              <a:srgbClr val="1A1A1A">
                <a:alpha val="1.0000000000000001e+185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920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6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Q&amp;A / Demo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28803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ลองเองได้ที่ </a:t>
            </a:r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12A0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https://study-deck-opal.vercel.app</a:t>
            </a:r>
            <a:pPr indent="0" marL="0">
              <a:lnSpc>
                <a:spcPts val="2800"/>
              </a:lnSpc>
              <a:buNone/>
            </a:pP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โค้ด: https://github.com/jedcggg1/StudyDeck · เลือก "Continue in Offline Mode" ได้เลย ไม่ต้องมีบัญชี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 🎓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StudyDeck — Offline-First Flashcards</dc:title>
  <dc:subject>PptxGenJS Presentation</dc:subject>
  <dc:creator>StudyDeck</dc:creator>
  <cp:lastModifiedBy>StudyDeck</cp:lastModifiedBy>
  <cp:revision>1</cp:revision>
  <dcterms:created xsi:type="dcterms:W3CDTF">2026-10-11T06:52:54Z</dcterms:created>
  <dcterms:modified xsi:type="dcterms:W3CDTF">2026-10-11T06:52:54Z</dcterms:modified>
</cp:coreProperties>
</file>